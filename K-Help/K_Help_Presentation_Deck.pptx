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3EFE6"/>
                </a:solidFill>
                <a:latin typeface="Arial"/>
              </a:rPr>
              <a:t>K-Help: Korea Life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C45C26"/>
                </a:solidFill>
                <a:latin typeface="Arial"/>
              </a:rPr>
              <a:t>Architecture, Completed Milestones (V1–V8), &amp; Future Vision</a:t>
            </a:r>
          </a:p>
          <a:p>
            <a:r>
              <a:rPr sz="1800">
                <a:solidFill>
                  <a:srgbClr val="C45C26"/>
                </a:solidFill>
                <a:latin typeface="Arial"/>
              </a:rPr>
              <a:t>Team NP Coders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&amp; Mission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Foreign residents in Korea face extreme information fragmentation across Korean-only portals.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Daily necessities (ARC registration, NHIS insurance, banking, legal housing, jobs) cause high friction.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Language barriers and strict cultural politeness norms make landlord/employer communication intimidating.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6B7A"/>
                </a:solidFill>
                <a:latin typeface="Arial"/>
              </a:rPr>
              <a:t>K-Help provides a unified, single-stop platform for community, living guides, jobs, housing, chat, and AI assistance.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Technology Stack &amp;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Frontend Architecture: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0B1F2A"/>
                </a:solidFill>
                <a:latin typeface="Arial"/>
              </a:rPr>
              <a:t>Next.js 16.3.5 (App Router with Turbopack), React 19, TypeScript, Tailwind CSS 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Backend Architecture: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0B1F2A"/>
                </a:solidFill>
                <a:latin typeface="Arial"/>
              </a:rPr>
              <a:t>Spring Boot 3.4.4, Java 21, Spring Data JPA, Jakarta Validation, JJWT 0.12.6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Real-time Messaging: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0B1F2A"/>
                </a:solidFill>
                <a:latin typeface="Arial"/>
              </a:rPr>
              <a:t>Spring WebSocket with STOMP message broker (/ws, /topic, /queue, /app)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Data Layer &amp; Infrastructure: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0B1F2A"/>
                </a:solidFill>
                <a:latin typeface="Arial"/>
              </a:rPr>
              <a:t>PostgreSQL 15 (Flyway versioned V1-V5 migrations) + Redis 7 on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Team Ownership Matrix (NP Coders)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1435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2A"/>
                          </a:solidFill>
                          <a:latin typeface="Arial"/>
                        </a:rPr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2A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2A"/>
                          </a:solidFill>
                          <a:latin typeface="Arial"/>
                        </a:rPr>
                        <a:t>Key Ownership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Pokhrel Ashish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Team Leader &amp;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Security architecture, stateless JWT auth, system integration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Rai Spandan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Frontend Specialist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Next.js UI design, responsive routes, Tailwind CSS styling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Rai Divya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Database &amp; Data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Flyway DB migrations, Postgres schemas, curated Korea Info guides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Darlami Magar Risipna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Community &amp; Chat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Posts, threaded comments, likes, reports, WebSocket live chat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Adhikari Pratigya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Jobs &amp; Housing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Job recruitment portal, housing listings, budget filters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Subedi Anup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AI Services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Polite Korean polisher, living translator, contract summarizer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Kuwar Bibek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DevOps &amp; QA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Docker Compose setup, smoke test automation, QA verification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Complete Roadmap Verification (V1 to V8)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V1 Foundation: Spring Boot + Next.js + Postgres + Redis connected and healthy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V2 Auth &amp; Profiles: Register, login (BCrypt + JWT), user profile /api/users/me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V3 Community: Forum posts, nested comments, likes, reports (53/53 tests passed)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V4 Korea Info: 8 Curated guides (ARC, NHIS, bank, SIM, wolse, visa limits, 1345)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V5 Jobs: Postings with visa eligibility tags &amp; location filtering (passed)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V6 Housing: One-room/Officetel listings with deposit &amp; monthly rent filters (passed)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V7 Real-time Chat: 1:1 WebSocket STOMP messaging &amp; unread counters (passed)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F2A"/>
                </a:solidFill>
                <a:latin typeface="Arial"/>
              </a:rPr>
              <a:t>V8 AI Tools: Polite honorifics polisher, translator, lease contract summarizer (passed)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What to Add Next: Making K-Help Natural &amp;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4C59"/>
                </a:solidFill>
                <a:latin typeface="Arial"/>
              </a:rPr>
              <a:t>1. Contextual 'Direct Contact' Bridge: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0B1F2A"/>
                </a:solidFill>
                <a:latin typeface="Arial"/>
              </a:rPr>
              <a:t>Add 'Message Landlord' on housing &amp; 'Inquire' on jobs to instantly initiate pre-filled 1:1 chats.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4C59"/>
                </a:solidFill>
                <a:latin typeface="Arial"/>
              </a:rPr>
              <a:t>2. Inline AI Polite Polisher: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0B1F2A"/>
                </a:solidFill>
                <a:latin typeface="Arial"/>
              </a:rPr>
              <a:t>Provide an inline button in chat/comments to convert draft messages to respectful Korean honorifics.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4C59"/>
                </a:solidFill>
                <a:latin typeface="Arial"/>
              </a:rPr>
              <a:t>3. Realistic Seeding &amp; Media Uploads: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0B1F2A"/>
                </a:solidFill>
                <a:latin typeface="Arial"/>
              </a:rPr>
              <a:t>Seed active discussion threads, real student Q&amp;As, and room/job photos for high visual appeal.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4C59"/>
                </a:solidFill>
                <a:latin typeface="Arial"/>
              </a:rPr>
              <a:t>4. Desktop Live Notifications: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0B1F2A"/>
                </a:solidFill>
                <a:latin typeface="Arial"/>
              </a:rPr>
              <a:t>Real-time notification bell and unread badge on navbar via WebSocket events.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4C59"/>
                </a:solidFill>
                <a:latin typeface="Arial"/>
              </a:rPr>
              <a:t>5. Production LLM API Integration: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0B1F2A"/>
                </a:solidFill>
                <a:latin typeface="Arial"/>
              </a:rPr>
              <a:t>Hook up OpenAI/Anthropic API keys in application.properties for deep contextual translation.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3EFE6"/>
                </a:solidFill>
                <a:latin typeface="Arial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C45C26"/>
                </a:solidFill>
                <a:latin typeface="Arial"/>
              </a:rPr>
              <a:t>K-Help: Empowering Foreign Residents in South Korea</a:t>
            </a:r>
          </a:p>
          <a:p>
            <a:r>
              <a:rPr sz="1800">
                <a:solidFill>
                  <a:srgbClr val="C45C26"/>
                </a:solidFill>
                <a:latin typeface="Arial"/>
              </a:rPr>
              <a:t>NP Coders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